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><p:sldIdLst><p:sldId id="256" r:id="rId1"/><p:sldId id="257" r:id="rId2"/></p:sldIdLst>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>
            <p:spLocks noGrp="1"/>
          </p:cNvSpPr>
          <p:nvPr/>
        </p:nvSpPr>
        <p:spPr>
          <a:xfrm>
            <a:off x="500000" y="400000"/>
            <a:ext cx="8000000" cy="1000000"/>
          </a:xfrm>
        </p:spPr>
        <p:txBody>
          <a:bodyPr/>
          <a:lstStyle/>
          <a:p>
            <a:r>
              <a:rPr sz="3200"/>
              <a:t>PDFlow 智能文档平台</a:t>
            </a:r>
          </a:p>
        </p:txBody>
      </p:sp>
      <p:sp>
        <p:nvSpPr>
          <p:cNvPr id="2" name="Subtitle"/>
          <p:cNvSpPr>
            <p:spLocks noGrp="1"/>
          </p:cNvSpPr>
          <p:nvPr/>
        </p:nvSpPr>
        <p:spPr>
          <a:xfrm>
            <a:off x="500000" y="1600000"/>
            <a:ext cx="8000000" cy="2000000"/>
          </a:xfrm>
        </p:spPr>
        <p:txBody>
          <a:bodyPr/>
          <a:lstStyle/>
          <a:p>
            <a:r>
              <a:rPr sz="1800"/>
              <a:t>基于 MinerU 引擎的文档智能处理解决方案</a:t>
            </a:r>
          </a:p>
          <a:p>
            <a:r>
              <a:rPr sz="1800"/>
              <a:t>支持 PDF、DOCX、PPTX、XLSX 等多种格式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>
            <p:spLocks noGrp="1"/>
          </p:cNvSpPr>
          <p:nvPr/>
        </p:nvSpPr>
        <p:spPr>
          <a:xfrm>
            <a:off x="500000" y="300000"/>
            <a:ext cx="8000000" cy="800000"/>
          </a:xfrm>
        </p:spPr>
        <p:txBody>
          <a:bodyPr/>
          <a:lstStyle/>
          <a:p>
            <a:r>
              <a:rPr sz="2800"/>
              <a:t>核心功能</a:t>
            </a:r>
          </a:p>
        </p:txBody>
      </p:sp>
      <p:sp>
        <p:nvSpPr>
          <p:cNvPr id="2" name="Content"/>
          <p:cNvSpPr>
            <p:spLocks noGrp="1"/>
          </p:cNvSpPr>
          <p:nvPr/>
        </p:nvSpPr>
        <p:spPr>
          <a:xfrm>
            <a:off x="500000" y="1400000"/>
            <a:ext cx="8000000" cy="4000000"/>
          </a:xfrm>
        </p:spPr>
        <p:txBody>
          <a:bodyPr/>
          <a:lstStyle/>
          <a:p>
            <a:r>
              <a:rPr sz="1800"/>
              <a:t>• 文档解析 — PDF/扫描件 OCR 识别，精准提取文字表格</a:t>
            </a:r>
          </a:p>
          <a:p>
            <a:r>
              <a:rPr sz="1800"/>
              <a:t>• 格式转换 — Markdown/Word/HTML/JSON/TXT 多格式导出</a:t>
            </a:r>
          </a:p>
          <a:p>
            <a:r>
              <a:rPr sz="1800"/>
              <a:t>• AI 智能 — 摘要/翻译/润色/关键词/待办提取等 10 种操作</a:t>
            </a:r>
          </a:p>
          <a:p>
            <a:r>
              <a:rPr sz="1800"/>
              <a:t>• 公测免费 — 上传文件 24 小时自动清理，无需注册</a:t>
            </a:r>
          </a:p>
        </p:txBody>
      </p:sp>
    </p:spTree>
  </p:cSld>
</p:sld>
</file>